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 2대 이슈와 인텔리전스 4대 발견을 도출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lang="en-US" altLang="ko-KR"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G2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1,372개(13.9%)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same_ratio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네이밍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218585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의료기관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PII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묶음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46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재식별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위험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약화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카탈로그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오분류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후보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G2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표준·품질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이슈별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" y="24339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col_nm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distinct_cnt·pk_ratio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1D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vs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범주+수치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정합성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9043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4339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데이터기준일자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(169)/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데이터기준일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(46),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(168)/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(79)/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(34)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(distinct=1) 1,372개(13.9%)=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정보량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0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회계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불일치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3046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8342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상수·중복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가이드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배포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룰(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3046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8342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편집거리·자모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table_str_tree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명칭군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매핑의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영향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2373745" y="1339596"/>
            <a:ext cx="9037967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상이한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이름과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상수·불일치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드러냄</a:t>
            </a:r>
            <a:r>
              <a:rPr 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