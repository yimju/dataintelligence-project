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25273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 메타+분류+통계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 프로파일(키품질·고유값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table/column_summary_map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 중첩 통계 롤업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 유사도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값·도메인 중첩·중복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 유사도 계층 클러스터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488824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KMeans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 개념계층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테이블=거래, 속성·컬럼=아이템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—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결정적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31407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멱법칙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log1p+KMeans로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설명가능한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순서형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46320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문제: rec_cnt가 1~833,466으로 극단적 멱법칙 → 그대로면 큰 값이 지배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절차: log1p 변환 → 1차원 KMeans(n_init=10) → 중심 정렬로 순서 라벨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설명가능: 각 구간을 원척도 [min~max]로 환원(우측 초록선=경계)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레코드수: 극소[1-22]·소[23-130]·중[133-829]·대[843-8019]·극대[8578~]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컬럼폭: 협소[1-5]·표준[6-11]·광폭[12-44]·초광폭[49-338]</a:t>
            </a:r>
          </a:p>
        </p:txBody>
      </p:sp>
      <p:pic>
        <p:nvPicPr>
          <p:cNvPr id="8" name="Picture 7" descr="fig_disc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2103120"/>
            <a:ext cx="6492240" cy="3043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96128" y="5852160"/>
            <a:ext cx="649224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레코드수 분포와 KMeans 이산화 경계 — scripts/09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999개 자유 기관명과 컬럼명을 상위 개념으로 일반화하여 패턴 가시화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6035040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출처 일반화: table_source → 정규식 접미사 규칙으로 7개 기관유형</a:t>
            </a: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05050"/>
                </a:solidFill>
                <a:latin typeface="맑은 고딕"/>
                <a:ea typeface="맑은 고딕"/>
              </a:rPr>
              <a:t>– 예) …교육청·대학교→교육기관, …부·청·위원회→중앙행정, …시·군·구→기초지자체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컬럼명 정규화: 괄호·공백·숫자접두 제거(결정적) → 컬럼개념</a:t>
            </a: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05050"/>
                </a:solidFill>
                <a:latin typeface="맑은 고딕"/>
                <a:ea typeface="맑은 고딕"/>
              </a:rPr>
              <a:t>– 동의어 병합(연번≈순번)은 의도적 미적용 — BI 규칙 오염 방지(별도 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효과: 빈발패턴이 통계적 의미를 갖도록 차원 축약</a:t>
            </a:r>
          </a:p>
        </p:txBody>
      </p:sp>
      <p:pic>
        <p:nvPicPr>
          <p:cNvPr id="8" name="Picture 7" descr="fig_a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86000"/>
            <a:ext cx="4885639" cy="2442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39128" y="5852160"/>
            <a:ext cx="48856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table_source→기관유형 AOI 롤업 결과(초록=미상) — scripts/09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트랜잭션: 테이블 1건 = 1 거래(transaction)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아이템(A) 속성: cate·기관·레코드·컬럼폭·수치비·유일키·상수컬럼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아이템(B) 장바구니: 테이블이 보유한 컬럼개념 집합(평균 9.6개)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채굴: TransactionEncoder→FP-Growth→association_rules(lift)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검증: 도메인별 국소 채굴 후 전체 999건에서 지표 재계산(규칙#4)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거버넌스 3대 이슈와 인텔리전스 4대 발견을 도출함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결손의 계통성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‘유아및초·중등교육’ 100건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100% placeholder('소스')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G2·G3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 3종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상수컬럼 1,372개(13.9%)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컬럼명 표준 부재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 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패밀리=데이터셋 원형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경도→위도 lift 22.7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교과목코드↔분반 124.9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연령대→성별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PII 묶음 lift 46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재식별 위험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 후보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G1 출처 결손의 계통성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출처 누락은 무작위가 아니라 단일 분류에 100% 집중된 계통적 손실임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AOI로 table_source→기관유형, ‘소스’=미상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cate2별 placeholder 비율 교차표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A1 비자명 연관규칙(lift&gt;1.2)에서 결합 포착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placeholder 145건 중 100건이 ‘유아및초·중등교육’(100%)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단일 수집 배치의 provenance 일괄 소실 가능성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유일키·상수컬럼·표준폭 동반(conf 0.79~0.84)=동형 템플릿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해당 배치 출처 복구 1순위 지정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파이프라인에 provenance 필수값 검증(누락 차단)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표준 스키마·코드체계 정의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regi_date·url로 수집경로 역추적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table_str_tree로 동형 템플릿 군집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타 분류 결손율 추세 모니터링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G2 죽은 메트릭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카탈로그 품질·활용 지표가 전부 미충전되어 분석축으로 쓸 수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수치 컬럼 분포 통계(%zero/%null)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1D 통계로 상수성·미충전 판별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vs 실제 값 정의 대조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null_ratio·table_qty_index·cum_search_num=9,840건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품질·활용 지표 미계산 또는 미적재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same_ratio는 비율 아님(rec/distinct=평균중복도)→네이밍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산출 파이프라인 점검·재적재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사전(메타 표준) 수립·명칭 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미충전 지표 폐기 또는 채움 정책 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distinct_value로 null_ratio 실제 재계산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검색로그 연동해 cum_search_num 복원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정의-구현 정합성 감사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G3 컬럼 표준·품질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동일 개념의 상이한 이름과 상수·불일치 컬럼이 표준 부재를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col_nm 빈도 집계(최빈 컬럼)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distinct_cnt·pk_ratio 1D 이산화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column_cnt vs (범주+수치) 정합성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데이터기준일자(169)/데이터기준일(46), 연번(168)/순번(79)/번호(34)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 컬럼(distinct=1) 1,372개(13.9%)=정보량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회계 불일치 테이블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문자유사도 군집으로 표준어 사전 산출(G3)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상수·중복 컬럼 정리 가이드 배포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검증 룰(컬럼수 정합)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편집거리·자모 기반 컬럼명 클러스터링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 활용한 명칭군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표준어 매핑의 도메인 영향 평가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컬럼개념 장바구니 구성(테이블별 보유개념)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FP-Growth 최대빈발 항목집합(≥8테이블·≥3개)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패밀리별 지배 도메인·대표 출처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사학재정군·의료기관군·POI군·국가시험군 등 원형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 기관이 동일 템플릿 다건 공개(예: 국가시험원 9건)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POI군(경도·위도·주소·전화)은 3개 도메인 횡단 범용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POI·의료기관·업소 표준 데이터모델 정의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동일기관 다건의 통합 카탈로깅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단위 스키마 표준화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table_pair_map 유사도로 near-duplicate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combined_pair_map으로 조인키 검증(I3)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커버리지·결측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메트릭·네이밍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표준어 사전(G3) 구축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 표준 데이터모델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식별자 태깅·마스킹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I3(연계): POI·의료기관 패밀리를 linking_ratio로 실제 조인키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G3(거버넌스): 문자유사도 군집으로 표준어 사전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I5(심화): 컬럼 프로파일 서브스페이스 클러스터링으로 원형 정교화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장바구니 규칙 support 낮음(8~44 테이블) → 운영 전 도메인 확인 필요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활용/품질 지표 미충전, distinct_value 정렬편향, proj 이미지 손상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2782</Words>
  <Application>Microsoft Office PowerPoint</Application>
  <PresentationFormat>와이드스크린</PresentationFormat>
  <Paragraphs>550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</cp:lastModifiedBy>
  <cp:revision>21</cp:revision>
  <dcterms:created xsi:type="dcterms:W3CDTF">2013-01-27T09:14:16Z</dcterms:created>
  <dcterms:modified xsi:type="dcterms:W3CDTF">2026-06-07T06:05:55Z</dcterms:modified>
  <cp:category/>
</cp:coreProperties>
</file>