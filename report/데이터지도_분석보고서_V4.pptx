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—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결정적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31407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 심하게 쏠린 수치(멱법칙)를 로그로 고르게 편 뒤 자동으로 구간을 나눔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999개 자유 기관명과 컬럼명을 상위 개념으로 일반화하여 패턴 가시화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035040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table_source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예) …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교육청·대학교→교육기관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, …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부·청·위원회→중앙행정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, …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시·군·구→기초지자체</a:t>
            </a: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컬럼명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괄호·공백·숫자접두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결정적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동의어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병합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연번≈순번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의도적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미적용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— BI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규칙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오염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방지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별도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효과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빈발패턴이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통계적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의미를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갖도록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차원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8" name="Picture 7" descr="fig_a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86000"/>
            <a:ext cx="4885639" cy="2442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트랜잭션: 테이블 1건 = 1 거래(transaction)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아이템(A) 속성: cate·기관·레코드·컬럼폭·수치비·유일키·상수컬럼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아이템(B) 장바구니: 테이블이 보유한 컬럼개념 집합(평균 9.6개)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채굴: TransactionEncoder→FP-Growth→association_rules(lift)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검증: 도메인별 국소 채굴 후 전체 999건에서 지표 재계산(규칙#4)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거버넌스 3대 이슈와 인텔리전스 4대 발견을 도출함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결손의 계통성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‘유아및초·중등교육’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100% placeholder('소스')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패밀리=데이터셋 원형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경도→위도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교과목코드↔분반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연령대→성별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G1 출처 결손의 계통성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출처 누락은 무작위가 아니라 단일 분류에 100% 집중된 계통적 손실임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AOI로 table_source→기관유형, ‘소스’=미상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cate2별 placeholder 비율 교차표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A1 비자명 연관규칙(lift&gt;1.2)에서 결합 포착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placeholder 145건 중 100건이 ‘유아및초·중등교육’(100%)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단일 수집 배치의 provenance 일괄 소실 가능성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유일키·상수컬럼·표준폭 동반(conf 0.79~0.84)=동형 템플릿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해당 배치 출처 복구 1순위 지정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파이프라인에 provenance 필수값 검증(누락 차단)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표준 스키마·코드체계 정의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regi_date·url로 수집경로 역추적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table_str_tree로 동형 템플릿 군집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타 분류 결손율 추세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2732</Words>
  <Application>Microsoft Office PowerPoint</Application>
  <PresentationFormat>와이드스크린</PresentationFormat>
  <Paragraphs>547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42</cp:revision>
  <dcterms:created xsi:type="dcterms:W3CDTF">2013-01-27T09:14:16Z</dcterms:created>
  <dcterms:modified xsi:type="dcterms:W3CDTF">2026-06-07T06:50:13Z</dcterms:modified>
  <cp:category/>
</cp:coreProperties>
</file>