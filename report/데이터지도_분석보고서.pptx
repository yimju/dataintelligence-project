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개요 및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원본 트랜잭션이 아닌 ‘데이터 지도(메타데이터)’를 비지도 알고리즘으로 분석함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126480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대상: 공공데이터포털 999개 데이터셋의 프로파일링 산출물(데이터 지도)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구성: 컬럼/테이블 프로파일 · 쌍별 값·도메인 중첩 · 유사도 클러스터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목표: 데이터 거버넌스 이슈와 메타 수준 비즈니스 인텔리전스 도출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형식: ‘주말&gt;기저귀&gt;맥주’형 연관규칙을 데이터셋·컬럼 수준에서 발굴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원칙: LLM 추론 배제, 모든 결론은 설명가능한 알고리즘 실행 결과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2008" y="1828800"/>
            <a:ext cx="4702759" cy="21031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22008" y="1828800"/>
            <a:ext cx="470275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0024" y="1847088"/>
            <a:ext cx="448330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분석 5원칙(과제 지침)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0024" y="2267712"/>
            <a:ext cx="4465015" cy="1591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① 비지도 알고리즘·설명가능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② 이산화·AOI·빈발패턴·연관규칙·서브스페이스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③ 데이터 롤업 적극 활용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④ 국소 규칙은 전체에서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⑤ 보조 규칙은 proj 이미지 참조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22008" y="4160520"/>
            <a:ext cx="4702759" cy="1920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22008" y="4160520"/>
            <a:ext cx="470275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4178808"/>
            <a:ext cx="448330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도메인 분포(999)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4599432"/>
            <a:ext cx="4465015" cy="1408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교육 400건 (40.0%)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300건 (30.0%)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공공행정 299건 (29.9%)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cate1×cate2 깔끔히 분리됨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/>
                <a:gridCol w="5805365"/>
                <a:gridCol w="2211567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 메타+분류+통계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프로파일(키품질·고유값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803만행/635MB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table/column_summary_map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 중첩 통계 롤업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74만행/300MB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 유사도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25만행/296MB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값·도메인 중첩·중복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524만행/3.4GB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*_value_tree / *_str_tree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 유사도 계층 클러스터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출처: data/ 폴더 CSV(UTF-8). 규모는 scripts/05 행수 집계 결과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① 이산화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1D KMeans</a:t>
            </a: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/>
                <a:gridCol w="3343067"/>
                <a:gridCol w="591465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KMeans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 → 순서형 구간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롤업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 개념계층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테이블=거래, 속성·컬럼=아이템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 재계산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 강규칙의 일반화 여부 판정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재현: scripts/06_i1_assoc_rules.py · 상세: analysis/I1_REPORT.md §0.1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① 적재·인코딩·형변환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모든 이슈가 공유하는 기반 전처리 — 인코딩 확정과 결정적 형변환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인코딩 확정: 바이트 검증으로 데이터는 UTF-8 정상 — 콘솔(CP949) 표시만 깨짐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결과물은 항상 UTF-8 파일로 출력해 한글 무결성 확보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적재: table_map(999) · column_map(9,840)을 dtype=str로 안전 적재 후 형변환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형변환: 수치 컬럼은 to_numeric(coerce) — 비수치/날짜는 NaN 처리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정합 기준: table_id 결측 행 제거, 컬럼-테이블 조인키 정합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멱법칙 수치를 log1p+KMeans로 설명가능한 순서형 구간으로 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035040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문제: rec_cnt가 1~833,466으로 극단적 멱법칙 → 그대로면 큰 값이 지배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절차: log1p 변환 → 1차원 KMeans(n_init=10) → 군집중심 정렬로 순서 라벨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설명가능성: 각 구간을 원척도 [min~max]로 환원해 사람이 읽도록 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160520"/>
          <a:ext cx="1105783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898"/>
                <a:gridCol w="926094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구간(원척도, n)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레코드수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극소[1-22]·소[23-130]·중[133-829]·대[843-8019]·극대[8578-833466]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컬럼폭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협소[1-5]·표준[6-11]·광폭[12-44]·초광폭[49-338]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수치비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범주우세[0-.23]·혼합[.23-.58]·수치우세[.60-1.0]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KMeans 경계는 데이터 구동, 라벨은 중심 오름차순 매핑 — scripts/04·06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999개 자유 기관명과 컬럼명을 상위 개념으로 일반화하여 패턴 가시화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035040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출처 일반화: table_source → 정규식 접미사 규칙으로 7개 기관유형</a:t>
            </a:r>
          </a:p>
          <a:p>
            <a:pPr algn="l" lvl="1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예) …교육청·대학교→교육기관, …부·청·위원회→중앙행정, …시·군·구→기초지자체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컬럼명 정규화: 괄호·공백·숫자접두 제거(결정적) → 컬럼개념</a:t>
            </a:r>
          </a:p>
          <a:p>
            <a:pPr algn="l" lvl="1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동의어 병합(연번≈순번)은 의도적 미적용 — BI 규칙 오염 방지(별도 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효과: 빈발패턴이 통계적 의미를 갖도록 차원 축약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1828800"/>
            <a:ext cx="4794199" cy="35661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30568" y="1828800"/>
            <a:ext cx="47941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1847088"/>
            <a:ext cx="457474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기관유형 분포(AOI 결과)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2267712"/>
            <a:ext cx="4556455" cy="30540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기초지자체 404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공공기관 245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미상(소스) 145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광역지자체 83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교육기관 49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중앙행정 39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기타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트랜잭션: 테이블 1건 = 1 거래(transaction)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아이템(A) 속성: cate·기관·레코드·컬럼폭·수치비·유일키·상수컬럼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아이템(B) 장바구니: 테이블이 보유한 컬럼개념 집합(평균 9.6개)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채굴: TransactionEncoder→FP-Growth→association_rules(lift)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검증: 도메인별 국소 채굴 후 전체 999건에서 지표 재계산(규칙#4)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결손의 계통성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‘유아및초·중등교육’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100% placeholder('소스')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출처 누락은 무작위가 아니라 단일 분류에 100% 집중된 계통적 손실임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AOI로 table_source→기관유형, ‘소스’=미상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cate2별 placeholder 비율 교차표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A1 비자명 연관규칙(lift&gt;1.2)에서 결합 포착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‘유아및초·중등교육’(100%)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단일 수집 배치의 provenance 일괄 소실 가능성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유일키·상수컬럼·표준폭 동반(conf 0.79~0.84)=동형 템플릿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해당 배치 출처 복구 1순위 지정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파이프라인에 provenance 필수값 검증(누락 차단)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표준 스키마·코드체계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컬럼 동시출현 규칙으로 데이터 구조 지문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 → 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 → 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 → 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 ↔ 분반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 → {일반·지정기부금}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52160"/>
            <a:ext cx="64008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전체 999, lift&gt;2, 실제 테이블 추적 가능 — analysis/I1_REPORT.md §4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96328" y="1828800"/>
            <a:ext cx="4428439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96328" y="1828800"/>
            <a:ext cx="442843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24344" y="1847088"/>
            <a:ext cx="420898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읽는 법(예)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2267712"/>
            <a:ext cx="4190695" cy="13167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‘경도’ 있으면 거의 100% ‘위도’ 동반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그 동반은 우연 대비 22.7배 흔함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→ 시각화형 POI 데이터셋의 식별 신호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8" y="3840480"/>
            <a:ext cx="4428439" cy="17830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96328" y="3840480"/>
            <a:ext cx="442843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3858768"/>
            <a:ext cx="4208983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4279392"/>
            <a:ext cx="4190695" cy="12710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기반 스키마 자동태깅·무결성 체크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좌표/기간/주소 쌍 결측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max_len↑·저support 규칙 도메인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도메인별 국소 채굴 후 전체 999건 재계산(verify)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국소·전체 support·conf·lift 병기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방향성(A→B vs B→A) 비대칭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비대칭 규칙 전수 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도메인별 규칙 안정성 모니터링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