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—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결정적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31407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 심하게 쏠린 수치(멱법칙)를 로그로 고르게 편 뒤 자동으로 구간을 나눔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제각각인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우선순위로 1건씩 분류(교육→중앙→공공→광역→기초→미상→기타), 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(A)</a:t>
            </a: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(B) —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거버넌스 3대 이슈와 인텔리전스 4대 발견을 도출함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결손의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계통성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패밀리=데이터셋 원형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경도→위도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교과목코드↔분반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연령대→성별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출처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누락은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무작위가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아니라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단일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분류에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100%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집중된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계통적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손실임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table_source→기관유형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, ‘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cate2별 placeholder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A1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비자명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(lift&gt;1.2)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에서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placeholder 145건 중 100건이 ‘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’(100%)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수집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배치의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provenance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가능성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유일키·상수컬럼·표준폭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동반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(conf 0.79~0.84)=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동형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템플릿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444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파이프라인에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provenance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필수값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차단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스키마·코드체계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정의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regi_date·url로 수집경로 역추적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table_str_tree로 동형 템플릿 군집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타 분류 결손율 추세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2980</Words>
  <Application>Microsoft Office PowerPoint</Application>
  <PresentationFormat>와이드스크린</PresentationFormat>
  <Paragraphs>599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83</cp:revision>
  <dcterms:created xsi:type="dcterms:W3CDTF">2013-01-27T09:14:16Z</dcterms:created>
  <dcterms:modified xsi:type="dcterms:W3CDTF">2026-06-07T08:45:26Z</dcterms:modified>
  <cp:category/>
</cp:coreProperties>
</file>