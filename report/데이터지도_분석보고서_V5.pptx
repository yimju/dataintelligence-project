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—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결정적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31407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 심하게 쏠린 수치(멱법칙)를 로그로 고르게 편 뒤 자동으로 구간을 나눔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컬럼명 롤업: 괄호·공백·숫자접두 제거(결정적 정규화); 동의어(연번≈순번)는 미병합 — BI 오염 방지(G3)</a:t>
            </a: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/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트랜잭션: 테이블 1건 = 1 거래(transaction)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아이템(A) 속성: cate·기관·레코드·컬럼폭·수치비·유일키·상수컬럼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아이템(B) 장바구니: 테이블이 보유한 컬럼개념 집합(평균 9.6개)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채굴: TransactionEncoder→FP-Growth→association_rules(lift)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검증: 도메인별 국소 채굴 후 전체 999건에서 지표 재계산(규칙#4)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결손의 계통성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‘유아및초·중등교육’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100% placeholder('소스')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출처 누락은 무작위가 아니라 단일 분류에 100% 집중된 계통적 손실임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AOI로 table_source→기관유형, ‘소스’=미상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cate2별 placeholder 비율 교차표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A1 비자명 연관규칙(lift&gt;1.2)에서 결합 포착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‘유아및초·중등교육’(100%)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단일 수집 배치의 provenance 일괄 소실 가능성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유일키·상수컬럼·표준폭 동반(conf 0.79~0.84)=동형 템플릿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해당 배치 출처 복구 1순위 지정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파이프라인에 provenance 필수값 검증(누락 차단)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표준 스키마·코드체계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2882</Words>
  <Application>Microsoft Office PowerPoint</Application>
  <PresentationFormat>와이드스크린</PresentationFormat>
  <Paragraphs>577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60</cp:revision>
  <dcterms:created xsi:type="dcterms:W3CDTF">2013-01-27T09:14:16Z</dcterms:created>
  <dcterms:modified xsi:type="dcterms:W3CDTF">2026-06-07T07:08:55Z</dcterms:modified>
  <cp:category/>
</cp:coreProperties>
</file>